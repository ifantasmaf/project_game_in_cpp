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embeddedFontLst>
    <p:embeddedFont>
      <p:font typeface="Nunito"/>
      <p:regular r:id="rId9"/>
      <p:bold r:id="rId10"/>
      <p:italic r:id="rId11"/>
      <p:boldItalic r:id="rId1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Nunito-italic.fntdata"/><Relationship Id="rId10" Type="http://schemas.openxmlformats.org/officeDocument/2006/relationships/font" Target="fonts/Nunito-bold.fntdata"/><Relationship Id="rId12" Type="http://schemas.openxmlformats.org/officeDocument/2006/relationships/font" Target="fonts/Nunito-boldItalic.fntdata"/><Relationship Id="rId9" Type="http://schemas.openxmlformats.org/officeDocument/2006/relationships/font" Target="fonts/Nunito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d060483fda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d060483fda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060483fda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060483fda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472750" y="1339525"/>
            <a:ext cx="6261000" cy="260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СКЛЕП ЗАБЫТОГО КОРОЛЯ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Завязка</a:t>
            </a:r>
            <a:endParaRPr/>
          </a:p>
        </p:txBody>
      </p:sp>
      <p:sp>
        <p:nvSpPr>
          <p:cNvPr id="134" name="Google Shape;134;p14"/>
          <p:cNvSpPr txBox="1"/>
          <p:nvPr>
            <p:ph idx="1" type="body"/>
          </p:nvPr>
        </p:nvSpPr>
        <p:spPr>
          <a:xfrm>
            <a:off x="819150" y="1546750"/>
            <a:ext cx="7505700" cy="289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just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800"/>
              <a:t>Говорят, в недрах Старого кургана покоится король, </a:t>
            </a:r>
            <a:r>
              <a:rPr lang="ru" sz="1800"/>
              <a:t>чье</a:t>
            </a:r>
            <a:r>
              <a:rPr lang="ru" sz="1800"/>
              <a:t> имя </a:t>
            </a:r>
            <a:r>
              <a:rPr lang="ru" sz="1800"/>
              <a:t>стерто</a:t>
            </a:r>
            <a:r>
              <a:rPr lang="ru" sz="1800"/>
              <a:t> из летописей. Его корона, усыпанная проклятыми камнями, до сих пор венчает истлевший череп на троне. Никто из входивших не вернулся — но молва о сокровищах манит новых искателей приключений. Ты — один из них. Твоя цель: найти корону и выбраться живым, </a:t>
            </a:r>
            <a:r>
              <a:rPr lang="ru" sz="1800"/>
              <a:t>сразившийся</a:t>
            </a:r>
            <a:r>
              <a:rPr lang="ru" sz="1800"/>
              <a:t> с нежитью, населяющей склеп.</a:t>
            </a:r>
            <a:endParaRPr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5"/>
          <p:cNvSpPr txBox="1"/>
          <p:nvPr>
            <p:ph type="title"/>
          </p:nvPr>
        </p:nvSpPr>
        <p:spPr>
          <a:xfrm>
            <a:off x="819150" y="414450"/>
            <a:ext cx="7505700" cy="74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Геймплей и механики</a:t>
            </a:r>
            <a:endParaRPr/>
          </a:p>
        </p:txBody>
      </p:sp>
      <p:sp>
        <p:nvSpPr>
          <p:cNvPr id="140" name="Google Shape;140;p15"/>
          <p:cNvSpPr txBox="1"/>
          <p:nvPr>
            <p:ph idx="1" type="body"/>
          </p:nvPr>
        </p:nvSpPr>
        <p:spPr>
          <a:xfrm>
            <a:off x="819150" y="1058300"/>
            <a:ext cx="7505700" cy="353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Визуально, консоль с текстовым описанием всего, что происходит. Никакой графики — только текст. Игрок видит название локации, её описание, список предметов и врагов, и вводит команды.</a:t>
            </a:r>
            <a:endParaRPr sz="1400"/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/>
              <a:t>Мир состоит из </a:t>
            </a:r>
            <a:r>
              <a:rPr lang="ru" sz="1400"/>
              <a:t>трех</a:t>
            </a:r>
            <a:r>
              <a:rPr lang="ru" sz="1400"/>
              <a:t> уровней склепа, каждый со своим типом нежити и особенностями:</a:t>
            </a:r>
            <a:endParaRPr sz="1400"/>
          </a:p>
          <a:p>
            <a:pPr indent="-317500" lvl="0" marL="457200" marR="0" rtl="0" algn="just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Верхний уровень – Зал Предков.</a:t>
            </a:r>
            <a:endParaRPr sz="1400"/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Средний уровень – Чертог Стражей.</a:t>
            </a:r>
            <a:endParaRPr sz="1400"/>
          </a:p>
          <a:p>
            <a:pPr indent="-317500" lvl="0" marL="45720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ru" sz="1400"/>
              <a:t>Нижний уровень – Тронный Зал.</a:t>
            </a:r>
            <a:endParaRPr sz="1400"/>
          </a:p>
          <a:p>
            <a:pPr indent="0" lvl="0" marL="0" marR="0" rtl="0" algn="just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/>
              <a:t>Игроку необходимо: исследовать уровни, собирать предметы (оружие, зелья, ключи), сражаться с врагами, использовать найденное снаряжение, чтобы повысить свои шансы. На каждом уровне можно найти подсказки о слабостях местных врагов. Победа — когда корона в инвентаре, а игрок стоит на выходе (верхний уровень) и вводит команду «выход».</a:t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